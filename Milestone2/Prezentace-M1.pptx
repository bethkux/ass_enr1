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307" r:id="rId3"/>
    <p:sldId id="306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C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3C16C-AEAE-4D34-B3F8-A52EF81BB8D9}" v="7" dt="2025-10-07T06:31:48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1934" autoAdjust="0"/>
  </p:normalViewPr>
  <p:slideViewPr>
    <p:cSldViewPr snapToGrid="0">
      <p:cViewPr varScale="1">
        <p:scale>
          <a:sx n="104" d="100"/>
          <a:sy n="104" d="100"/>
        </p:scale>
        <p:origin x="8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Nečaský" userId="4d5b1f2d-d072-4f2f-b575-b96d99ede51e" providerId="ADAL" clId="{B2F1C2FE-362A-4870-B4E1-2B4C29052AA3}"/>
    <pc:docChg chg="custSel modSld">
      <pc:chgData name="Martin Nečaský" userId="4d5b1f2d-d072-4f2f-b575-b96d99ede51e" providerId="ADAL" clId="{B2F1C2FE-362A-4870-B4E1-2B4C29052AA3}" dt="2023-09-12T13:15:56.858" v="6" actId="27636"/>
      <pc:docMkLst>
        <pc:docMk/>
      </pc:docMkLst>
      <pc:sldChg chg="modSp mod">
        <pc:chgData name="Martin Nečaský" userId="4d5b1f2d-d072-4f2f-b575-b96d99ede51e" providerId="ADAL" clId="{B2F1C2FE-362A-4870-B4E1-2B4C29052AA3}" dt="2023-09-12T13:15:56.858" v="6" actId="27636"/>
        <pc:sldMkLst>
          <pc:docMk/>
          <pc:sldMk cId="3619520258" sldId="270"/>
        </pc:sldMkLst>
      </pc:sldChg>
    </pc:docChg>
  </pc:docChgLst>
  <pc:docChgLst>
    <pc:chgData name="Martin Nečaský" userId="4d5b1f2d-d072-4f2f-b575-b96d99ede51e" providerId="ADAL" clId="{FB3E37D6-27E9-4DE4-A1F3-0DF8283364DE}"/>
    <pc:docChg chg="undo custSel addSld delSld modSld sldOrd modMainMaster">
      <pc:chgData name="Martin Nečaský" userId="4d5b1f2d-d072-4f2f-b575-b96d99ede51e" providerId="ADAL" clId="{FB3E37D6-27E9-4DE4-A1F3-0DF8283364DE}" dt="2023-07-31T15:08:11.566" v="11958"/>
      <pc:docMkLst>
        <pc:docMk/>
      </pc:docMkLst>
      <pc:sldChg chg="addSp delSp modSp new del mod modMedia setBg delAnim delDesignElem">
        <pc:chgData name="Martin Nečaský" userId="4d5b1f2d-d072-4f2f-b575-b96d99ede51e" providerId="ADAL" clId="{FB3E37D6-27E9-4DE4-A1F3-0DF8283364DE}" dt="2023-07-26T10:58:49.375" v="573" actId="2696"/>
        <pc:sldMkLst>
          <pc:docMk/>
          <pc:sldMk cId="2309227552" sldId="256"/>
        </pc:sldMkLst>
      </pc:sldChg>
      <pc:sldChg chg="modSp new mod modNotesTx">
        <pc:chgData name="Martin Nečaský" userId="4d5b1f2d-d072-4f2f-b575-b96d99ede51e" providerId="ADAL" clId="{FB3E37D6-27E9-4DE4-A1F3-0DF8283364DE}" dt="2023-07-27T09:09:25.410" v="3878" actId="20577"/>
        <pc:sldMkLst>
          <pc:docMk/>
          <pc:sldMk cId="3874525945" sldId="256"/>
        </pc:sldMkLst>
      </pc:sldChg>
      <pc:sldChg chg="modSp new del mod">
        <pc:chgData name="Martin Nečaský" userId="4d5b1f2d-d072-4f2f-b575-b96d99ede51e" providerId="ADAL" clId="{FB3E37D6-27E9-4DE4-A1F3-0DF8283364DE}" dt="2023-07-26T10:58:49.375" v="573" actId="2696"/>
        <pc:sldMkLst>
          <pc:docMk/>
          <pc:sldMk cId="3915035749" sldId="257"/>
        </pc:sldMkLst>
      </pc:sldChg>
      <pc:sldChg chg="addSp delSp modSp new mod modClrScheme chgLayout modNotesTx">
        <pc:chgData name="Martin Nečaský" userId="4d5b1f2d-d072-4f2f-b575-b96d99ede51e" providerId="ADAL" clId="{FB3E37D6-27E9-4DE4-A1F3-0DF8283364DE}" dt="2023-07-27T09:59:55.678" v="5358" actId="20577"/>
        <pc:sldMkLst>
          <pc:docMk/>
          <pc:sldMk cId="4233744994" sldId="257"/>
        </pc:sldMkLst>
      </pc:sldChg>
      <pc:sldChg chg="modSp new del mod">
        <pc:chgData name="Martin Nečaský" userId="4d5b1f2d-d072-4f2f-b575-b96d99ede51e" providerId="ADAL" clId="{FB3E37D6-27E9-4DE4-A1F3-0DF8283364DE}" dt="2023-07-26T10:58:49.375" v="573" actId="2696"/>
        <pc:sldMkLst>
          <pc:docMk/>
          <pc:sldMk cId="632300124" sldId="258"/>
        </pc:sldMkLst>
      </pc:sldChg>
      <pc:sldChg chg="addSp delSp modSp new mod modClrScheme chgLayout modNotesTx">
        <pc:chgData name="Martin Nečaský" userId="4d5b1f2d-d072-4f2f-b575-b96d99ede51e" providerId="ADAL" clId="{FB3E37D6-27E9-4DE4-A1F3-0DF8283364DE}" dt="2023-07-31T14:50:43.473" v="11928" actId="20577"/>
        <pc:sldMkLst>
          <pc:docMk/>
          <pc:sldMk cId="2661386361" sldId="258"/>
        </pc:sldMkLst>
      </pc:sldChg>
      <pc:sldChg chg="addSp delSp modSp new del mod modClrScheme chgLayout">
        <pc:chgData name="Martin Nečaský" userId="4d5b1f2d-d072-4f2f-b575-b96d99ede51e" providerId="ADAL" clId="{FB3E37D6-27E9-4DE4-A1F3-0DF8283364DE}" dt="2023-07-27T09:09:29.121" v="3879" actId="47"/>
        <pc:sldMkLst>
          <pc:docMk/>
          <pc:sldMk cId="1044482578" sldId="259"/>
        </pc:sldMkLst>
      </pc:sldChg>
      <pc:sldChg chg="modSp new del">
        <pc:chgData name="Martin Nečaský" userId="4d5b1f2d-d072-4f2f-b575-b96d99ede51e" providerId="ADAL" clId="{FB3E37D6-27E9-4DE4-A1F3-0DF8283364DE}" dt="2023-07-26T10:58:49.375" v="573" actId="2696"/>
        <pc:sldMkLst>
          <pc:docMk/>
          <pc:sldMk cId="3907327171" sldId="259"/>
        </pc:sldMkLst>
      </pc:sldChg>
      <pc:sldChg chg="add del">
        <pc:chgData name="Martin Nečaský" userId="4d5b1f2d-d072-4f2f-b575-b96d99ede51e" providerId="ADAL" clId="{FB3E37D6-27E9-4DE4-A1F3-0DF8283364DE}" dt="2023-07-26T17:16:51.916" v="2201" actId="47"/>
        <pc:sldMkLst>
          <pc:docMk/>
          <pc:sldMk cId="2071593677" sldId="260"/>
        </pc:sldMkLst>
      </pc:sldChg>
      <pc:sldChg chg="addSp delSp modSp add mod modNotesTx">
        <pc:chgData name="Martin Nečaský" userId="4d5b1f2d-d072-4f2f-b575-b96d99ede51e" providerId="ADAL" clId="{FB3E37D6-27E9-4DE4-A1F3-0DF8283364DE}" dt="2023-07-31T14:52:20.808" v="11946" actId="20577"/>
        <pc:sldMkLst>
          <pc:docMk/>
          <pc:sldMk cId="1286400561" sldId="261"/>
        </pc:sldMkLst>
      </pc:sldChg>
      <pc:sldChg chg="addSp delSp modSp add mod modClrScheme chgLayout">
        <pc:chgData name="Martin Nečaský" userId="4d5b1f2d-d072-4f2f-b575-b96d99ede51e" providerId="ADAL" clId="{FB3E37D6-27E9-4DE4-A1F3-0DF8283364DE}" dt="2023-07-28T12:48:02.864" v="10063" actId="20577"/>
        <pc:sldMkLst>
          <pc:docMk/>
          <pc:sldMk cId="378446071" sldId="262"/>
        </pc:sldMkLst>
      </pc:sldChg>
      <pc:sldChg chg="addSp delSp modSp add mod modClrScheme chgLayout">
        <pc:chgData name="Martin Nečaský" userId="4d5b1f2d-d072-4f2f-b575-b96d99ede51e" providerId="ADAL" clId="{FB3E37D6-27E9-4DE4-A1F3-0DF8283364DE}" dt="2023-07-28T12:57:55.280" v="10384" actId="14100"/>
        <pc:sldMkLst>
          <pc:docMk/>
          <pc:sldMk cId="2314681846" sldId="263"/>
        </pc:sldMkLst>
      </pc:sldChg>
      <pc:sldChg chg="addSp delSp modSp new mod ord modClrScheme chgLayout">
        <pc:chgData name="Martin Nečaský" userId="4d5b1f2d-d072-4f2f-b575-b96d99ede51e" providerId="ADAL" clId="{FB3E37D6-27E9-4DE4-A1F3-0DF8283364DE}" dt="2023-07-27T05:57:37.800" v="3593" actId="20577"/>
        <pc:sldMkLst>
          <pc:docMk/>
          <pc:sldMk cId="3239375515" sldId="264"/>
        </pc:sldMkLst>
      </pc:sldChg>
      <pc:sldChg chg="new">
        <pc:chgData name="Martin Nečaský" userId="4d5b1f2d-d072-4f2f-b575-b96d99ede51e" providerId="ADAL" clId="{FB3E37D6-27E9-4DE4-A1F3-0DF8283364DE}" dt="2023-07-27T05:27:18.505" v="3127" actId="680"/>
        <pc:sldMkLst>
          <pc:docMk/>
          <pc:sldMk cId="3044777476" sldId="265"/>
        </pc:sldMkLst>
      </pc:sldChg>
      <pc:sldChg chg="addSp modSp new del mod modClrScheme chgLayout">
        <pc:chgData name="Martin Nečaský" userId="4d5b1f2d-d072-4f2f-b575-b96d99ede51e" providerId="ADAL" clId="{FB3E37D6-27E9-4DE4-A1F3-0DF8283364DE}" dt="2023-07-28T12:47:26.098" v="9993" actId="47"/>
        <pc:sldMkLst>
          <pc:docMk/>
          <pc:sldMk cId="3549936656" sldId="266"/>
        </pc:sldMkLst>
      </pc:sldChg>
      <pc:sldChg chg="addSp delSp modSp new mod modClrScheme chgLayout modNotesTx">
        <pc:chgData name="Martin Nečaský" userId="4d5b1f2d-d072-4f2f-b575-b96d99ede51e" providerId="ADAL" clId="{FB3E37D6-27E9-4DE4-A1F3-0DF8283364DE}" dt="2023-07-31T14:47:26.377" v="11762" actId="20577"/>
        <pc:sldMkLst>
          <pc:docMk/>
          <pc:sldMk cId="378524654" sldId="267"/>
        </pc:sldMkLst>
      </pc:sldChg>
      <pc:sldChg chg="addSp modSp new del mod modClrScheme chgLayout">
        <pc:chgData name="Martin Nečaský" userId="4d5b1f2d-d072-4f2f-b575-b96d99ede51e" providerId="ADAL" clId="{FB3E37D6-27E9-4DE4-A1F3-0DF8283364DE}" dt="2023-07-27T10:01:37.452" v="5359" actId="47"/>
        <pc:sldMkLst>
          <pc:docMk/>
          <pc:sldMk cId="2191772373" sldId="267"/>
        </pc:sldMkLst>
      </pc:sldChg>
      <pc:sldChg chg="addSp delSp modSp add mod modNotesTx">
        <pc:chgData name="Martin Nečaský" userId="4d5b1f2d-d072-4f2f-b575-b96d99ede51e" providerId="ADAL" clId="{FB3E37D6-27E9-4DE4-A1F3-0DF8283364DE}" dt="2023-07-31T14:51:09.241" v="11931" actId="20577"/>
        <pc:sldMkLst>
          <pc:docMk/>
          <pc:sldMk cId="889318893" sldId="268"/>
        </pc:sldMkLst>
      </pc:sldChg>
      <pc:sldChg chg="add del">
        <pc:chgData name="Martin Nečaský" userId="4d5b1f2d-d072-4f2f-b575-b96d99ede51e" providerId="ADAL" clId="{FB3E37D6-27E9-4DE4-A1F3-0DF8283364DE}" dt="2023-07-28T09:57:32.280" v="7208" actId="47"/>
        <pc:sldMkLst>
          <pc:docMk/>
          <pc:sldMk cId="3272215173" sldId="268"/>
        </pc:sldMkLst>
      </pc:sldChg>
      <pc:sldChg chg="addSp modSp new mod modNotesTx">
        <pc:chgData name="Martin Nečaský" userId="4d5b1f2d-d072-4f2f-b575-b96d99ede51e" providerId="ADAL" clId="{FB3E37D6-27E9-4DE4-A1F3-0DF8283364DE}" dt="2023-07-31T06:39:21.470" v="10416"/>
        <pc:sldMkLst>
          <pc:docMk/>
          <pc:sldMk cId="2214035428" sldId="269"/>
        </pc:sldMkLst>
      </pc:sldChg>
      <pc:sldChg chg="addSp modSp new mod modClrScheme chgLayout">
        <pc:chgData name="Martin Nečaský" userId="4d5b1f2d-d072-4f2f-b575-b96d99ede51e" providerId="ADAL" clId="{FB3E37D6-27E9-4DE4-A1F3-0DF8283364DE}" dt="2023-07-28T12:47:00.690" v="9992" actId="33524"/>
        <pc:sldMkLst>
          <pc:docMk/>
          <pc:sldMk cId="3619520258" sldId="270"/>
        </pc:sldMkLst>
      </pc:sldChg>
      <pc:sldChg chg="add del">
        <pc:chgData name="Martin Nečaský" userId="4d5b1f2d-d072-4f2f-b575-b96d99ede51e" providerId="ADAL" clId="{FB3E37D6-27E9-4DE4-A1F3-0DF8283364DE}" dt="2023-07-31T05:56:54.206" v="10390" actId="47"/>
        <pc:sldMkLst>
          <pc:docMk/>
          <pc:sldMk cId="1324604815" sldId="271"/>
        </pc:sldMkLst>
      </pc:sldChg>
      <pc:sldChg chg="addSp delSp modSp add mod modClrScheme chgLayout modNotesTx">
        <pc:chgData name="Martin Nečaský" userId="4d5b1f2d-d072-4f2f-b575-b96d99ede51e" providerId="ADAL" clId="{FB3E37D6-27E9-4DE4-A1F3-0DF8283364DE}" dt="2023-07-31T13:58:11.271" v="11629" actId="20577"/>
        <pc:sldMkLst>
          <pc:docMk/>
          <pc:sldMk cId="3713083579" sldId="271"/>
        </pc:sldMkLst>
      </pc:sldChg>
      <pc:sldChg chg="new del">
        <pc:chgData name="Martin Nečaský" userId="4d5b1f2d-d072-4f2f-b575-b96d99ede51e" providerId="ADAL" clId="{FB3E37D6-27E9-4DE4-A1F3-0DF8283364DE}" dt="2023-07-31T05:56:33.448" v="10386" actId="47"/>
        <pc:sldMkLst>
          <pc:docMk/>
          <pc:sldMk cId="4171591907" sldId="271"/>
        </pc:sldMkLst>
      </pc:sldChg>
      <pc:sldChg chg="addSp delSp modSp add mod modNotesTx">
        <pc:chgData name="Martin Nečaský" userId="4d5b1f2d-d072-4f2f-b575-b96d99ede51e" providerId="ADAL" clId="{FB3E37D6-27E9-4DE4-A1F3-0DF8283364DE}" dt="2023-07-31T14:53:30.903" v="11948" actId="20577"/>
        <pc:sldMkLst>
          <pc:docMk/>
          <pc:sldMk cId="1107514485" sldId="272"/>
        </pc:sldMkLst>
      </pc:sldChg>
      <pc:sldChg chg="addSp delSp modSp new mod setBg modNotesTx">
        <pc:chgData name="Martin Nečaský" userId="4d5b1f2d-d072-4f2f-b575-b96d99ede51e" providerId="ADAL" clId="{FB3E37D6-27E9-4DE4-A1F3-0DF8283364DE}" dt="2023-07-31T14:37:21.972" v="11649" actId="20577"/>
        <pc:sldMkLst>
          <pc:docMk/>
          <pc:sldMk cId="1465620980" sldId="273"/>
        </pc:sldMkLst>
      </pc:sldChg>
      <pc:sldChg chg="addSp delSp modSp new mod">
        <pc:chgData name="Martin Nečaský" userId="4d5b1f2d-d072-4f2f-b575-b96d99ede51e" providerId="ADAL" clId="{FB3E37D6-27E9-4DE4-A1F3-0DF8283364DE}" dt="2023-07-31T15:08:11.566" v="11958"/>
        <pc:sldMkLst>
          <pc:docMk/>
          <pc:sldMk cId="764574838" sldId="274"/>
        </pc:sldMkLst>
      </pc:sldChg>
      <pc:sldChg chg="addSp new mod modNotesTx">
        <pc:chgData name="Martin Nečaský" userId="4d5b1f2d-d072-4f2f-b575-b96d99ede51e" providerId="ADAL" clId="{FB3E37D6-27E9-4DE4-A1F3-0DF8283364DE}" dt="2023-07-31T14:44:58.265" v="11692" actId="20577"/>
        <pc:sldMkLst>
          <pc:docMk/>
          <pc:sldMk cId="3702149605" sldId="275"/>
        </pc:sldMkLst>
      </pc:sldChg>
      <pc:sldMasterChg chg="addSp delSp modSp mod setBg modSldLayout">
        <pc:chgData name="Martin Nečaský" userId="4d5b1f2d-d072-4f2f-b575-b96d99ede51e" providerId="ADAL" clId="{FB3E37D6-27E9-4DE4-A1F3-0DF8283364DE}" dt="2023-07-26T11:02:47.084" v="864" actId="1035"/>
        <pc:sldMasterMkLst>
          <pc:docMk/>
          <pc:sldMasterMk cId="3313318317" sldId="2147483648"/>
        </pc:sldMasterMkLst>
        <pc:sldLayoutChg chg="addSp delSp modSp mod">
          <pc:chgData name="Martin Nečaský" userId="4d5b1f2d-d072-4f2f-b575-b96d99ede51e" providerId="ADAL" clId="{FB3E37D6-27E9-4DE4-A1F3-0DF8283364DE}" dt="2023-07-26T11:02:47.084" v="864" actId="1035"/>
          <pc:sldLayoutMkLst>
            <pc:docMk/>
            <pc:sldMasterMk cId="3313318317" sldId="2147483648"/>
            <pc:sldLayoutMk cId="1013428666" sldId="2147483649"/>
          </pc:sldLayoutMkLst>
        </pc:sldLayoutChg>
        <pc:sldLayoutChg chg="addSp delSp modSp mod">
          <pc:chgData name="Martin Nečaský" userId="4d5b1f2d-d072-4f2f-b575-b96d99ede51e" providerId="ADAL" clId="{FB3E37D6-27E9-4DE4-A1F3-0DF8283364DE}" dt="2023-07-26T11:02:16.911" v="844" actId="14100"/>
          <pc:sldLayoutMkLst>
            <pc:docMk/>
            <pc:sldMasterMk cId="3313318317" sldId="2147483648"/>
            <pc:sldLayoutMk cId="770634123" sldId="2147483650"/>
          </pc:sldLayoutMkLst>
        </pc:sldLayoutChg>
        <pc:sldLayoutChg chg="delSp">
          <pc:chgData name="Martin Nečaský" userId="4d5b1f2d-d072-4f2f-b575-b96d99ede51e" providerId="ADAL" clId="{FB3E37D6-27E9-4DE4-A1F3-0DF8283364DE}" dt="2023-07-26T10:52:30.601" v="502"/>
          <pc:sldLayoutMkLst>
            <pc:docMk/>
            <pc:sldMasterMk cId="3313318317" sldId="2147483648"/>
            <pc:sldLayoutMk cId="2967011360" sldId="2147483651"/>
          </pc:sldLayoutMkLst>
        </pc:sldLayoutChg>
        <pc:sldLayoutChg chg="delSp">
          <pc:chgData name="Martin Nečaský" userId="4d5b1f2d-d072-4f2f-b575-b96d99ede51e" providerId="ADAL" clId="{FB3E37D6-27E9-4DE4-A1F3-0DF8283364DE}" dt="2023-07-26T10:52:33.072" v="503"/>
          <pc:sldLayoutMkLst>
            <pc:docMk/>
            <pc:sldMasterMk cId="3313318317" sldId="2147483648"/>
            <pc:sldLayoutMk cId="3263371845" sldId="2147483652"/>
          </pc:sldLayoutMkLst>
        </pc:sldLayoutChg>
        <pc:sldLayoutChg chg="delSp">
          <pc:chgData name="Martin Nečaský" userId="4d5b1f2d-d072-4f2f-b575-b96d99ede51e" providerId="ADAL" clId="{FB3E37D6-27E9-4DE4-A1F3-0DF8283364DE}" dt="2023-07-26T10:52:35.300" v="504"/>
          <pc:sldLayoutMkLst>
            <pc:docMk/>
            <pc:sldMasterMk cId="3313318317" sldId="2147483648"/>
            <pc:sldLayoutMk cId="3267988678" sldId="2147483653"/>
          </pc:sldLayoutMkLst>
        </pc:sldLayoutChg>
        <pc:sldLayoutChg chg="delSp">
          <pc:chgData name="Martin Nečaský" userId="4d5b1f2d-d072-4f2f-b575-b96d99ede51e" providerId="ADAL" clId="{FB3E37D6-27E9-4DE4-A1F3-0DF8283364DE}" dt="2023-07-26T10:52:37.754" v="505"/>
          <pc:sldLayoutMkLst>
            <pc:docMk/>
            <pc:sldMasterMk cId="3313318317" sldId="2147483648"/>
            <pc:sldLayoutMk cId="2167526901" sldId="2147483654"/>
          </pc:sldLayoutMkLst>
        </pc:sldLayoutChg>
        <pc:sldLayoutChg chg="delSp">
          <pc:chgData name="Martin Nečaský" userId="4d5b1f2d-d072-4f2f-b575-b96d99ede51e" providerId="ADAL" clId="{FB3E37D6-27E9-4DE4-A1F3-0DF8283364DE}" dt="2023-07-26T10:52:40.738" v="506"/>
          <pc:sldLayoutMkLst>
            <pc:docMk/>
            <pc:sldMasterMk cId="3313318317" sldId="2147483648"/>
            <pc:sldLayoutMk cId="1422164201" sldId="2147483655"/>
          </pc:sldLayoutMkLst>
        </pc:sldLayoutChg>
        <pc:sldLayoutChg chg="delSp">
          <pc:chgData name="Martin Nečaský" userId="4d5b1f2d-d072-4f2f-b575-b96d99ede51e" providerId="ADAL" clId="{FB3E37D6-27E9-4DE4-A1F3-0DF8283364DE}" dt="2023-07-26T10:52:42.558" v="507"/>
          <pc:sldLayoutMkLst>
            <pc:docMk/>
            <pc:sldMasterMk cId="3313318317" sldId="2147483648"/>
            <pc:sldLayoutMk cId="1397610356" sldId="2147483656"/>
          </pc:sldLayoutMkLst>
        </pc:sldLayoutChg>
        <pc:sldLayoutChg chg="delSp">
          <pc:chgData name="Martin Nečaský" userId="4d5b1f2d-d072-4f2f-b575-b96d99ede51e" providerId="ADAL" clId="{FB3E37D6-27E9-4DE4-A1F3-0DF8283364DE}" dt="2023-07-26T10:52:44.509" v="508"/>
          <pc:sldLayoutMkLst>
            <pc:docMk/>
            <pc:sldMasterMk cId="3313318317" sldId="2147483648"/>
            <pc:sldLayoutMk cId="671401166" sldId="2147483657"/>
          </pc:sldLayoutMkLst>
        </pc:sldLayoutChg>
        <pc:sldLayoutChg chg="delSp">
          <pc:chgData name="Martin Nečaský" userId="4d5b1f2d-d072-4f2f-b575-b96d99ede51e" providerId="ADAL" clId="{FB3E37D6-27E9-4DE4-A1F3-0DF8283364DE}" dt="2023-07-26T10:52:46.851" v="509"/>
          <pc:sldLayoutMkLst>
            <pc:docMk/>
            <pc:sldMasterMk cId="3313318317" sldId="2147483648"/>
            <pc:sldLayoutMk cId="987915672" sldId="2147483658"/>
          </pc:sldLayoutMkLst>
        </pc:sldLayoutChg>
        <pc:sldLayoutChg chg="delSp">
          <pc:chgData name="Martin Nečaský" userId="4d5b1f2d-d072-4f2f-b575-b96d99ede51e" providerId="ADAL" clId="{FB3E37D6-27E9-4DE4-A1F3-0DF8283364DE}" dt="2023-07-26T10:52:49.418" v="510"/>
          <pc:sldLayoutMkLst>
            <pc:docMk/>
            <pc:sldMasterMk cId="3313318317" sldId="2147483648"/>
            <pc:sldLayoutMk cId="1547045141" sldId="2147483659"/>
          </pc:sldLayoutMkLst>
        </pc:sldLayoutChg>
      </pc:sldMasterChg>
    </pc:docChg>
  </pc:docChgLst>
  <pc:docChgLst>
    <pc:chgData name="Martin Nečaský" userId="4d5b1f2d-d072-4f2f-b575-b96d99ede51e" providerId="ADAL" clId="{46FEC954-DDE6-4BB2-93EF-40850197E8C9}"/>
    <pc:docChg chg="undo custSel addSld delSld modSld">
      <pc:chgData name="Martin Nečaský" userId="4d5b1f2d-d072-4f2f-b575-b96d99ede51e" providerId="ADAL" clId="{46FEC954-DDE6-4BB2-93EF-40850197E8C9}" dt="2023-10-09T12:27:48.869" v="8252" actId="207"/>
      <pc:docMkLst>
        <pc:docMk/>
      </pc:docMkLst>
      <pc:sldChg chg="modSp mod">
        <pc:chgData name="Martin Nečaský" userId="4d5b1f2d-d072-4f2f-b575-b96d99ede51e" providerId="ADAL" clId="{46FEC954-DDE6-4BB2-93EF-40850197E8C9}" dt="2023-10-01T19:08:18.637" v="129" actId="20577"/>
        <pc:sldMkLst>
          <pc:docMk/>
          <pc:sldMk cId="3874525945" sldId="256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4233744994" sldId="257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2661386361" sldId="258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286400561" sldId="261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78446071" sldId="262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239375515" sldId="264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044777476" sldId="265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78524654" sldId="267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889318893" sldId="268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2214035428" sldId="269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619520258" sldId="270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713083579" sldId="271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107514485" sldId="272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465620980" sldId="273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764574838" sldId="274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702149605" sldId="275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210360441" sldId="276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042180980" sldId="277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840871625" sldId="278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473884728" sldId="279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955250800" sldId="280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808636822" sldId="281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162187108" sldId="282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906947948" sldId="283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909509174" sldId="284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775378521" sldId="285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2634545267" sldId="286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824766515" sldId="287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1728011971" sldId="288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3657798219" sldId="289"/>
        </pc:sldMkLst>
      </pc:sldChg>
      <pc:sldChg chg="del">
        <pc:chgData name="Martin Nečaský" userId="4d5b1f2d-d072-4f2f-b575-b96d99ede51e" providerId="ADAL" clId="{46FEC954-DDE6-4BB2-93EF-40850197E8C9}" dt="2023-10-01T19:08:26.316" v="130" actId="47"/>
        <pc:sldMkLst>
          <pc:docMk/>
          <pc:sldMk cId="286694137" sldId="290"/>
        </pc:sldMkLst>
      </pc:sldChg>
      <pc:sldChg chg="modSp new mod">
        <pc:chgData name="Martin Nečaský" userId="4d5b1f2d-d072-4f2f-b575-b96d99ede51e" providerId="ADAL" clId="{46FEC954-DDE6-4BB2-93EF-40850197E8C9}" dt="2023-10-09T07:52:18.593" v="6616" actId="20577"/>
        <pc:sldMkLst>
          <pc:docMk/>
          <pc:sldMk cId="2882080529" sldId="292"/>
        </pc:sldMkLst>
      </pc:sldChg>
      <pc:sldChg chg="modSp new mod">
        <pc:chgData name="Martin Nečaský" userId="4d5b1f2d-d072-4f2f-b575-b96d99ede51e" providerId="ADAL" clId="{46FEC954-DDE6-4BB2-93EF-40850197E8C9}" dt="2023-10-01T19:27:09.972" v="1685" actId="20577"/>
        <pc:sldMkLst>
          <pc:docMk/>
          <pc:sldMk cId="3227037414" sldId="293"/>
        </pc:sldMkLst>
      </pc:sldChg>
      <pc:sldChg chg="addSp delSp modSp new mod">
        <pc:chgData name="Martin Nečaský" userId="4d5b1f2d-d072-4f2f-b575-b96d99ede51e" providerId="ADAL" clId="{46FEC954-DDE6-4BB2-93EF-40850197E8C9}" dt="2023-10-09T07:57:39.379" v="6708" actId="20577"/>
        <pc:sldMkLst>
          <pc:docMk/>
          <pc:sldMk cId="1329729141" sldId="294"/>
        </pc:sldMkLst>
      </pc:sldChg>
      <pc:sldChg chg="delSp modSp add mod">
        <pc:chgData name="Martin Nečaský" userId="4d5b1f2d-d072-4f2f-b575-b96d99ede51e" providerId="ADAL" clId="{46FEC954-DDE6-4BB2-93EF-40850197E8C9}" dt="2023-10-09T08:15:20.392" v="8152" actId="20577"/>
        <pc:sldMkLst>
          <pc:docMk/>
          <pc:sldMk cId="121875187" sldId="295"/>
        </pc:sldMkLst>
      </pc:sldChg>
      <pc:sldChg chg="addSp delSp modSp new mod">
        <pc:chgData name="Martin Nečaský" userId="4d5b1f2d-d072-4f2f-b575-b96d99ede51e" providerId="ADAL" clId="{46FEC954-DDE6-4BB2-93EF-40850197E8C9}" dt="2023-10-09T08:17:48.115" v="8241" actId="27107"/>
        <pc:sldMkLst>
          <pc:docMk/>
          <pc:sldMk cId="4092898272" sldId="296"/>
        </pc:sldMkLst>
      </pc:sldChg>
      <pc:sldChg chg="modSp new mod">
        <pc:chgData name="Martin Nečaský" userId="4d5b1f2d-d072-4f2f-b575-b96d99ede51e" providerId="ADAL" clId="{46FEC954-DDE6-4BB2-93EF-40850197E8C9}" dt="2023-10-09T08:16:19.333" v="8161" actId="20577"/>
        <pc:sldMkLst>
          <pc:docMk/>
          <pc:sldMk cId="3441142593" sldId="297"/>
        </pc:sldMkLst>
      </pc:sldChg>
      <pc:sldChg chg="modSp new mod">
        <pc:chgData name="Martin Nečaský" userId="4d5b1f2d-d072-4f2f-b575-b96d99ede51e" providerId="ADAL" clId="{46FEC954-DDE6-4BB2-93EF-40850197E8C9}" dt="2023-10-09T07:44:26.839" v="6599" actId="15"/>
        <pc:sldMkLst>
          <pc:docMk/>
          <pc:sldMk cId="2812960687" sldId="298"/>
        </pc:sldMkLst>
      </pc:sldChg>
      <pc:sldChg chg="addSp delSp modSp add mod">
        <pc:chgData name="Martin Nečaský" userId="4d5b1f2d-d072-4f2f-b575-b96d99ede51e" providerId="ADAL" clId="{46FEC954-DDE6-4BB2-93EF-40850197E8C9}" dt="2023-10-09T12:27:37.381" v="8249" actId="207"/>
        <pc:sldMkLst>
          <pc:docMk/>
          <pc:sldMk cId="2917907191" sldId="299"/>
        </pc:sldMkLst>
      </pc:sldChg>
      <pc:sldChg chg="modSp add mod">
        <pc:chgData name="Martin Nečaský" userId="4d5b1f2d-d072-4f2f-b575-b96d99ede51e" providerId="ADAL" clId="{46FEC954-DDE6-4BB2-93EF-40850197E8C9}" dt="2023-10-09T12:27:45.063" v="8251" actId="207"/>
        <pc:sldMkLst>
          <pc:docMk/>
          <pc:sldMk cId="3024176867" sldId="300"/>
        </pc:sldMkLst>
      </pc:sldChg>
      <pc:sldChg chg="add del">
        <pc:chgData name="Martin Nečaský" userId="4d5b1f2d-d072-4f2f-b575-b96d99ede51e" providerId="ADAL" clId="{46FEC954-DDE6-4BB2-93EF-40850197E8C9}" dt="2023-10-08T19:25:04.209" v="4467" actId="47"/>
        <pc:sldMkLst>
          <pc:docMk/>
          <pc:sldMk cId="3900858742" sldId="301"/>
        </pc:sldMkLst>
      </pc:sldChg>
      <pc:sldChg chg="delSp modSp add mod replId">
        <pc:chgData name="Martin Nečaský" userId="4d5b1f2d-d072-4f2f-b575-b96d99ede51e" providerId="ADAL" clId="{46FEC954-DDE6-4BB2-93EF-40850197E8C9}" dt="2023-10-09T12:27:48.869" v="8252" actId="207"/>
        <pc:sldMkLst>
          <pc:docMk/>
          <pc:sldMk cId="1481581045" sldId="302"/>
        </pc:sldMkLst>
      </pc:sldChg>
      <pc:sldChg chg="addSp delSp modSp add mod">
        <pc:chgData name="Martin Nečaský" userId="4d5b1f2d-d072-4f2f-b575-b96d99ede51e" providerId="ADAL" clId="{46FEC954-DDE6-4BB2-93EF-40850197E8C9}" dt="2023-10-09T08:18:33.520" v="8242" actId="17032"/>
        <pc:sldMkLst>
          <pc:docMk/>
          <pc:sldMk cId="1970774554" sldId="303"/>
        </pc:sldMkLst>
      </pc:sldChg>
      <pc:sldChg chg="addSp delSp modSp add mod">
        <pc:chgData name="Martin Nečaský" userId="4d5b1f2d-d072-4f2f-b575-b96d99ede51e" providerId="ADAL" clId="{46FEC954-DDE6-4BB2-93EF-40850197E8C9}" dt="2023-10-09T08:18:44.080" v="8243" actId="17032"/>
        <pc:sldMkLst>
          <pc:docMk/>
          <pc:sldMk cId="147700656" sldId="304"/>
        </pc:sldMkLst>
      </pc:sldChg>
      <pc:sldChg chg="delSp modSp add mod">
        <pc:chgData name="Martin Nečaský" userId="4d5b1f2d-d072-4f2f-b575-b96d99ede51e" providerId="ADAL" clId="{46FEC954-DDE6-4BB2-93EF-40850197E8C9}" dt="2023-10-09T08:18:51.863" v="8244" actId="17032"/>
        <pc:sldMkLst>
          <pc:docMk/>
          <pc:sldMk cId="1425092558" sldId="305"/>
        </pc:sldMkLst>
      </pc:sldChg>
      <pc:sldChg chg="modSp new mod">
        <pc:chgData name="Martin Nečaský" userId="4d5b1f2d-d072-4f2f-b575-b96d99ede51e" providerId="ADAL" clId="{46FEC954-DDE6-4BB2-93EF-40850197E8C9}" dt="2023-10-09T08:14:53.991" v="8151" actId="20577"/>
        <pc:sldMkLst>
          <pc:docMk/>
          <pc:sldMk cId="740854999" sldId="306"/>
        </pc:sldMkLst>
      </pc:sldChg>
    </pc:docChg>
  </pc:docChgLst>
  <pc:docChgLst>
    <pc:chgData name="Martin Nečaský" userId="4d5b1f2d-d072-4f2f-b575-b96d99ede51e" providerId="ADAL" clId="{83DCEB44-C311-4EE0-9458-12C791775BCD}"/>
    <pc:docChg chg="custSel addSld modSld">
      <pc:chgData name="Martin Nečaský" userId="4d5b1f2d-d072-4f2f-b575-b96d99ede51e" providerId="ADAL" clId="{83DCEB44-C311-4EE0-9458-12C791775BCD}" dt="2025-10-07T12:10:53.365" v="1056" actId="20577"/>
      <pc:docMkLst>
        <pc:docMk/>
      </pc:docMkLst>
      <pc:sldChg chg="modSp mod">
        <pc:chgData name="Martin Nečaský" userId="4d5b1f2d-d072-4f2f-b575-b96d99ede51e" providerId="ADAL" clId="{83DCEB44-C311-4EE0-9458-12C791775BCD}" dt="2025-10-07T06:30:52.755" v="717" actId="14100"/>
        <pc:sldMkLst>
          <pc:docMk/>
          <pc:sldMk cId="1329729141" sldId="294"/>
        </pc:sldMkLst>
        <pc:spChg chg="mod">
          <ac:chgData name="Martin Nečaský" userId="4d5b1f2d-d072-4f2f-b575-b96d99ede51e" providerId="ADAL" clId="{83DCEB44-C311-4EE0-9458-12C791775BCD}" dt="2025-10-07T06:30:52.755" v="717" actId="14100"/>
          <ac:spMkLst>
            <pc:docMk/>
            <pc:sldMk cId="1329729141" sldId="294"/>
            <ac:spMk id="3" creationId="{0EF52CD1-FC81-1EDB-F724-6638117EBAA1}"/>
          </ac:spMkLst>
        </pc:spChg>
      </pc:sldChg>
      <pc:sldChg chg="modSp mod">
        <pc:chgData name="Martin Nečaský" userId="4d5b1f2d-d072-4f2f-b575-b96d99ede51e" providerId="ADAL" clId="{83DCEB44-C311-4EE0-9458-12C791775BCD}" dt="2025-10-07T06:31:48.635" v="780"/>
        <pc:sldMkLst>
          <pc:docMk/>
          <pc:sldMk cId="121875187" sldId="295"/>
        </pc:sldMkLst>
        <pc:spChg chg="mod">
          <ac:chgData name="Martin Nečaský" userId="4d5b1f2d-d072-4f2f-b575-b96d99ede51e" providerId="ADAL" clId="{83DCEB44-C311-4EE0-9458-12C791775BCD}" dt="2025-10-07T06:31:48.635" v="780"/>
          <ac:spMkLst>
            <pc:docMk/>
            <pc:sldMk cId="121875187" sldId="295"/>
            <ac:spMk id="3" creationId="{0EF52CD1-FC81-1EDB-F724-6638117EBAA1}"/>
          </ac:spMkLst>
        </pc:spChg>
      </pc:sldChg>
      <pc:sldChg chg="modSp mod">
        <pc:chgData name="Martin Nečaský" userId="4d5b1f2d-d072-4f2f-b575-b96d99ede51e" providerId="ADAL" clId="{83DCEB44-C311-4EE0-9458-12C791775BCD}" dt="2025-10-07T06:32:15.532" v="790" actId="20577"/>
        <pc:sldMkLst>
          <pc:docMk/>
          <pc:sldMk cId="4092898272" sldId="296"/>
        </pc:sldMkLst>
        <pc:spChg chg="mod">
          <ac:chgData name="Martin Nečaský" userId="4d5b1f2d-d072-4f2f-b575-b96d99ede51e" providerId="ADAL" clId="{83DCEB44-C311-4EE0-9458-12C791775BCD}" dt="2025-10-07T06:32:15.532" v="790" actId="20577"/>
          <ac:spMkLst>
            <pc:docMk/>
            <pc:sldMk cId="4092898272" sldId="296"/>
            <ac:spMk id="3" creationId="{2F629359-4BA6-CDAB-6C5B-E5E222BE3737}"/>
          </ac:spMkLst>
        </pc:spChg>
      </pc:sldChg>
      <pc:sldChg chg="modSp mod">
        <pc:chgData name="Martin Nečaský" userId="4d5b1f2d-d072-4f2f-b575-b96d99ede51e" providerId="ADAL" clId="{83DCEB44-C311-4EE0-9458-12C791775BCD}" dt="2025-10-06T09:15:23.323" v="255" actId="20577"/>
        <pc:sldMkLst>
          <pc:docMk/>
          <pc:sldMk cId="3441142593" sldId="297"/>
        </pc:sldMkLst>
        <pc:spChg chg="mod">
          <ac:chgData name="Martin Nečaský" userId="4d5b1f2d-d072-4f2f-b575-b96d99ede51e" providerId="ADAL" clId="{83DCEB44-C311-4EE0-9458-12C791775BCD}" dt="2025-10-06T09:15:23.323" v="255" actId="20577"/>
          <ac:spMkLst>
            <pc:docMk/>
            <pc:sldMk cId="3441142593" sldId="297"/>
            <ac:spMk id="3" creationId="{B18ABB08-9587-D964-C3D5-81419E2F3346}"/>
          </ac:spMkLst>
        </pc:spChg>
      </pc:sldChg>
      <pc:sldChg chg="modSp mod">
        <pc:chgData name="Martin Nečaský" userId="4d5b1f2d-d072-4f2f-b575-b96d99ede51e" providerId="ADAL" clId="{83DCEB44-C311-4EE0-9458-12C791775BCD}" dt="2025-09-25T13:49:28.459" v="2" actId="6549"/>
        <pc:sldMkLst>
          <pc:docMk/>
          <pc:sldMk cId="2812960687" sldId="298"/>
        </pc:sldMkLst>
        <pc:spChg chg="mod">
          <ac:chgData name="Martin Nečaský" userId="4d5b1f2d-d072-4f2f-b575-b96d99ede51e" providerId="ADAL" clId="{83DCEB44-C311-4EE0-9458-12C791775BCD}" dt="2025-09-25T13:49:28.459" v="2" actId="6549"/>
          <ac:spMkLst>
            <pc:docMk/>
            <pc:sldMk cId="2812960687" sldId="298"/>
            <ac:spMk id="3" creationId="{62CFFCE0-CA40-7F2D-2687-80E450F04C08}"/>
          </ac:spMkLst>
        </pc:spChg>
      </pc:sldChg>
      <pc:sldChg chg="delSp mod">
        <pc:chgData name="Martin Nečaský" userId="4d5b1f2d-d072-4f2f-b575-b96d99ede51e" providerId="ADAL" clId="{83DCEB44-C311-4EE0-9458-12C791775BCD}" dt="2025-10-06T09:16:04.343" v="260" actId="478"/>
        <pc:sldMkLst>
          <pc:docMk/>
          <pc:sldMk cId="2917907191" sldId="299"/>
        </pc:sldMkLst>
        <pc:spChg chg="del">
          <ac:chgData name="Martin Nečaský" userId="4d5b1f2d-d072-4f2f-b575-b96d99ede51e" providerId="ADAL" clId="{83DCEB44-C311-4EE0-9458-12C791775BCD}" dt="2025-10-06T09:16:01.615" v="259" actId="478"/>
          <ac:spMkLst>
            <pc:docMk/>
            <pc:sldMk cId="2917907191" sldId="299"/>
            <ac:spMk id="4" creationId="{0036C645-E755-B307-476C-95DB5DC468A2}"/>
          </ac:spMkLst>
        </pc:spChg>
        <pc:spChg chg="del">
          <ac:chgData name="Martin Nečaský" userId="4d5b1f2d-d072-4f2f-b575-b96d99ede51e" providerId="ADAL" clId="{83DCEB44-C311-4EE0-9458-12C791775BCD}" dt="2025-10-06T09:16:04.343" v="260" actId="478"/>
          <ac:spMkLst>
            <pc:docMk/>
            <pc:sldMk cId="2917907191" sldId="299"/>
            <ac:spMk id="5" creationId="{002F19D9-8804-2C48-00CB-B4376511C199}"/>
          </ac:spMkLst>
        </pc:spChg>
      </pc:sldChg>
      <pc:sldChg chg="modSp mod">
        <pc:chgData name="Martin Nečaský" userId="4d5b1f2d-d072-4f2f-b575-b96d99ede51e" providerId="ADAL" clId="{83DCEB44-C311-4EE0-9458-12C791775BCD}" dt="2025-09-25T13:51:46.788" v="3" actId="20577"/>
        <pc:sldMkLst>
          <pc:docMk/>
          <pc:sldMk cId="1970774554" sldId="303"/>
        </pc:sldMkLst>
        <pc:spChg chg="mod">
          <ac:chgData name="Martin Nečaský" userId="4d5b1f2d-d072-4f2f-b575-b96d99ede51e" providerId="ADAL" clId="{83DCEB44-C311-4EE0-9458-12C791775BCD}" dt="2025-09-25T13:51:46.788" v="3" actId="20577"/>
          <ac:spMkLst>
            <pc:docMk/>
            <pc:sldMk cId="1970774554" sldId="303"/>
            <ac:spMk id="5" creationId="{B797A0F9-9159-9687-3D8D-5459577173A6}"/>
          </ac:spMkLst>
        </pc:spChg>
      </pc:sldChg>
      <pc:sldChg chg="modSp mod">
        <pc:chgData name="Martin Nečaský" userId="4d5b1f2d-d072-4f2f-b575-b96d99ede51e" providerId="ADAL" clId="{83DCEB44-C311-4EE0-9458-12C791775BCD}" dt="2025-10-07T12:10:53.365" v="1056" actId="20577"/>
        <pc:sldMkLst>
          <pc:docMk/>
          <pc:sldMk cId="740854999" sldId="306"/>
        </pc:sldMkLst>
        <pc:spChg chg="mod">
          <ac:chgData name="Martin Nečaský" userId="4d5b1f2d-d072-4f2f-b575-b96d99ede51e" providerId="ADAL" clId="{83DCEB44-C311-4EE0-9458-12C791775BCD}" dt="2025-10-07T12:10:53.365" v="1056" actId="20577"/>
          <ac:spMkLst>
            <pc:docMk/>
            <pc:sldMk cId="740854999" sldId="306"/>
            <ac:spMk id="3" creationId="{C1160316-A022-C814-41DD-15D5B48CB255}"/>
          </ac:spMkLst>
        </pc:spChg>
      </pc:sldChg>
      <pc:sldChg chg="modSp add mod">
        <pc:chgData name="Martin Nečaský" userId="4d5b1f2d-d072-4f2f-b575-b96d99ede51e" providerId="ADAL" clId="{83DCEB44-C311-4EE0-9458-12C791775BCD}" dt="2025-10-06T09:15:42.080" v="258" actId="20577"/>
        <pc:sldMkLst>
          <pc:docMk/>
          <pc:sldMk cId="268455779" sldId="307"/>
        </pc:sldMkLst>
        <pc:spChg chg="mod">
          <ac:chgData name="Martin Nečaský" userId="4d5b1f2d-d072-4f2f-b575-b96d99ede51e" providerId="ADAL" clId="{83DCEB44-C311-4EE0-9458-12C791775BCD}" dt="2025-10-06T09:15:42.080" v="258" actId="20577"/>
          <ac:spMkLst>
            <pc:docMk/>
            <pc:sldMk cId="268455779" sldId="307"/>
            <ac:spMk id="3" creationId="{BD0F39E7-A5A1-F3DF-858C-A64218CD4636}"/>
          </ac:spMkLst>
        </pc:spChg>
      </pc:sldChg>
      <pc:sldChg chg="modSp new mod">
        <pc:chgData name="Martin Nečaský" userId="4d5b1f2d-d072-4f2f-b575-b96d99ede51e" providerId="ADAL" clId="{83DCEB44-C311-4EE0-9458-12C791775BCD}" dt="2025-10-07T06:30:01.897" v="648" actId="20577"/>
        <pc:sldMkLst>
          <pc:docMk/>
          <pc:sldMk cId="1225809185" sldId="308"/>
        </pc:sldMkLst>
        <pc:spChg chg="mod">
          <ac:chgData name="Martin Nečaský" userId="4d5b1f2d-d072-4f2f-b575-b96d99ede51e" providerId="ADAL" clId="{83DCEB44-C311-4EE0-9458-12C791775BCD}" dt="2025-10-07T06:26:56.607" v="266" actId="20577"/>
          <ac:spMkLst>
            <pc:docMk/>
            <pc:sldMk cId="1225809185" sldId="308"/>
            <ac:spMk id="2" creationId="{CFF279AA-9310-646E-7422-52F7BF3E9B7F}"/>
          </ac:spMkLst>
        </pc:spChg>
        <pc:spChg chg="mod">
          <ac:chgData name="Martin Nečaský" userId="4d5b1f2d-d072-4f2f-b575-b96d99ede51e" providerId="ADAL" clId="{83DCEB44-C311-4EE0-9458-12C791775BCD}" dt="2025-10-07T06:30:01.897" v="648" actId="20577"/>
          <ac:spMkLst>
            <pc:docMk/>
            <pc:sldMk cId="1225809185" sldId="308"/>
            <ac:spMk id="3" creationId="{59115687-C678-058D-EB59-B368CB5A20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35026-DA37-4453-8F88-E26E7A00DA4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20649-13F6-4F47-AED1-713590E7C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21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0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2854-FEB8-7D10-7E91-8F3539FC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741626F0-9B9A-DA6E-AACE-2DC19F338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979EE9D-0336-6014-8369-103A7FDA8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8AE1944-5902-25F4-9D35-22DB21EEC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13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D17A-BC67-E20D-093D-2DE7E7ED3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170FE45-8952-F905-9A9B-B0BBDCDBC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A707C40-F0E5-B791-6172-3E19B1548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679EB81-7358-595A-A53F-2B770D16C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10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9BB6-1474-0F01-0110-E7E07BE6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C4300EC7-A88E-E921-D259-15EA47214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2586934-3C20-AC60-34BA-86BE6062B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03E3D5-C636-6311-7583-440AD877C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6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518B4-87DC-F34E-C355-149B125E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30E7776-6764-304C-C8F8-0F7EB8EBB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E478421-149C-A84A-FBC7-A944FF074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EB182BB-B63F-0916-73F9-A3CD32D1E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72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AC7FA-370F-2984-267F-CF7561D7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0FCE15B-A4FC-EFFC-4FEB-DA19E93CD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667C706-2DEA-6F6F-4BE2-A0CFE092B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B701E70-8D76-5C50-DB6B-F5F480632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34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824D-C48C-4617-1319-169E550D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922DA652-C5F4-4FDE-475F-A577E6B97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C56A42B-B613-338C-66DB-60C0C73EB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2F68D4A-4959-AA23-521A-551A9BFF1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88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E8AC8-88EE-AF22-B06B-76B4634A2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F23890D-1AE3-91C1-7AC2-3612C89D4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C46F039-410B-11CA-CF90-1FD71DD16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9D6D73-A7C2-5FA4-F786-5EFF55EAD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44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68098-45FD-AC82-7699-6CD73F01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F97BA3B-7686-F750-CD5A-426AAFDE4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C191BE9-3643-EB77-C25C-0B70221BA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Viewing unscheduled courses pro committee </a:t>
            </a:r>
            <a:r>
              <a:rPr lang="en-US" dirty="0" err="1"/>
              <a:t>membery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3A79CA0-2423-D957-3680-888177BBD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0649-13F6-4F47-AED1-713590E7CF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4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47C8-B846-B40B-DA04-791C55FD6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752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919CA-7931-DD11-F682-E805970B0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3330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192FCB-4B5E-B73E-7A3A-D315342D61FB}"/>
              </a:ext>
            </a:extLst>
          </p:cNvPr>
          <p:cNvCxnSpPr>
            <a:cxnSpLocks/>
          </p:cNvCxnSpPr>
          <p:nvPr userDrawn="1"/>
        </p:nvCxnSpPr>
        <p:spPr>
          <a:xfrm flipH="1">
            <a:off x="1523999" y="3396179"/>
            <a:ext cx="9144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42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DBE6-15F7-221A-1A28-663899936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9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7406C-4112-E56D-D99A-3FD951FC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627"/>
            <a:ext cx="10515600" cy="46559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E835D4-40CF-FEF7-3B11-EE43FFB66C1F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1509945"/>
            <a:ext cx="105156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63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0562-057B-80DA-E756-CE5AFB1A4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761F6-DE14-A043-56EC-98BF654F4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701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905B6-B97C-87BF-B985-DA7672E6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CEE4E-01E2-B8C8-4F13-4B5E32C6B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B507A-37DF-21E1-B540-3C2B46C67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7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6C77-5888-9DDE-2144-E88910CB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2E841-02DB-C0B6-3660-73DF65C06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05A18-B935-C872-4BE7-467C81E2C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F4D3D-90E7-7304-2C09-4CED2D3E3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44633-3330-0DA9-BBAA-B33A3E7C1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DABC-BC80-4C98-1186-AC99AFD1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2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16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1959-9D6D-07D4-2BD4-6D7F2359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C49E7-72DA-7810-F2FA-668C5CC0F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D5A25-0D6F-A56E-C6BB-7C0D908C8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761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A5BE-6468-78A2-F9F3-6DB81515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72488-F872-DCBA-D83B-74658F4CD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60757-2C06-8556-EE92-D6D01E149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140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9821-58AD-5B4F-FE8C-7C7E39B6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03DF1-B992-3842-D46B-FD7DF3316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1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7E2D30-01C4-9CA8-44EC-931D47343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CBD6-96ED-C5EE-3D86-828641955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4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74940-E8F5-9D08-E400-2FA95CD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74" y="365126"/>
            <a:ext cx="10395226" cy="862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EB3F0-DACB-DB15-0B96-69CD0B3F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14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1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Calibri" panose="020F0502020204030204" pitchFamily="34" charset="0"/>
        <a:buChar char="○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Calibri" panose="020F0502020204030204" pitchFamily="34" charset="0"/>
        <a:buChar char="○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01738" indent="-28575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Calibri" panose="020F0502020204030204" pitchFamily="34" charset="0"/>
        <a:buChar char="○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Calibri" panose="020F0502020204030204" pitchFamily="34" charset="0"/>
        <a:buChar char="○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Calibri" panose="020F0502020204030204" pitchFamily="34" charset="0"/>
        <a:buChar char="○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62ACD58-F1FB-73BA-F3E6-C68CEA36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85" y="250166"/>
            <a:ext cx="4984630" cy="1470804"/>
          </a:xfrm>
        </p:spPr>
        <p:txBody>
          <a:bodyPr>
            <a:normAutofit/>
          </a:bodyPr>
          <a:lstStyle/>
          <a:p>
            <a:r>
              <a:rPr lang="en-US" sz="4800" dirty="0"/>
              <a:t>Scheduling System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FE00E6F-E1AB-DAAE-22A4-915BEFCB2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960" y="2241846"/>
            <a:ext cx="5551219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Askold</a:t>
            </a: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Horčička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Kry</a:t>
            </a: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š</a:t>
            </a:r>
            <a:r>
              <a:rPr kumimoji="0" lang="cs-CZ" altLang="cs-CZ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tof</a:t>
            </a: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Havel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Jiří Jirásek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Juraj Janíček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cs-CZ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Jakub Štefan</a:t>
            </a:r>
          </a:p>
        </p:txBody>
      </p:sp>
    </p:spTree>
    <p:extLst>
      <p:ext uri="{BB962C8B-B14F-4D97-AF65-F5344CB8AC3E}">
        <p14:creationId xmlns:p14="http://schemas.microsoft.com/office/powerpoint/2010/main" val="409610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0E64-6301-B4FC-D607-CAA0091B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70BFB8-C17E-F3C0-D711-C009C169E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85" y="216511"/>
            <a:ext cx="4984630" cy="935966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Overview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AB2AE5B-8D9C-018C-11B1-D978DF8D4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30" y="1428702"/>
            <a:ext cx="10524228" cy="100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System for creating, managing and scheduling courses, viewing schedules and calculating statistics</a:t>
            </a:r>
            <a:endParaRPr kumimoji="0" lang="cs-CZ" altLang="cs-CZ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44E37B-A063-65FF-F88D-92971D73A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30" y="2671818"/>
            <a:ext cx="10524228" cy="244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4 types of users (roles):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400" dirty="0">
                <a:solidFill>
                  <a:schemeClr val="bg1"/>
                </a:solidFill>
                <a:latin typeface="Arial" panose="020B0604020202020204" pitchFamily="34" charset="0"/>
              </a:rPr>
              <a:t>Manager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400" dirty="0">
                <a:solidFill>
                  <a:schemeClr val="bg1"/>
                </a:solidFill>
                <a:latin typeface="Arial" panose="020B0604020202020204" pitchFamily="34" charset="0"/>
              </a:rPr>
              <a:t>Schedule Committee Member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Teacher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400" dirty="0">
                <a:solidFill>
                  <a:schemeClr val="bg1"/>
                </a:solidFill>
                <a:latin typeface="Arial" panose="020B0604020202020204" pitchFamily="34" charset="0"/>
              </a:rPr>
              <a:t>Student</a:t>
            </a:r>
            <a:endParaRPr kumimoji="0" lang="cs-CZ" altLang="cs-CZ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49C5BE-9614-5210-3F86-4E0D119E4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30" y="5550653"/>
            <a:ext cx="10524228" cy="522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Manual Scheduling (no algorithms)</a:t>
            </a:r>
            <a:endParaRPr kumimoji="0" lang="cs-CZ" altLang="cs-CZ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35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7610-DACC-B6AC-2FFE-EEB4E4BB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EE91779-92BB-99A5-C5FE-EB31371D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85" y="250166"/>
            <a:ext cx="4984630" cy="849702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AB1B03-8FE1-D5E7-0C23-700A58834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543" y="1112808"/>
            <a:ext cx="9359663" cy="2923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Core:</a:t>
            </a:r>
          </a:p>
          <a:p>
            <a:pPr marL="342900" marR="0" lvl="0" indent="-342900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400" dirty="0">
                <a:solidFill>
                  <a:schemeClr val="bg1"/>
                </a:solidFill>
                <a:latin typeface="Arial" panose="020B0604020202020204" pitchFamily="34" charset="0"/>
              </a:rPr>
              <a:t>Registering new course 		(Kryštof Havel)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Scheduling a course 		(Jakub Štefan)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400" dirty="0">
                <a:solidFill>
                  <a:schemeClr val="bg1"/>
                </a:solidFill>
                <a:latin typeface="Arial" panose="020B0604020202020204" pitchFamily="34" charset="0"/>
              </a:rPr>
              <a:t>Collision detection 		(Jiří Jirásek)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Schedule viewing 		(Askold </a:t>
            </a:r>
            <a:r>
              <a:rPr kumimoji="0" lang="en-US" altLang="cs-CZ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Hořčička</a:t>
            </a:r>
            <a:r>
              <a:rPr kumimoji="0" lang="en-US" altLang="cs-CZ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400" dirty="0">
                <a:solidFill>
                  <a:schemeClr val="bg1"/>
                </a:solidFill>
                <a:latin typeface="Arial" panose="020B0604020202020204" pitchFamily="34" charset="0"/>
              </a:rPr>
              <a:t>Statistics viewing 		(Juraj Janíček)</a:t>
            </a:r>
            <a:endParaRPr kumimoji="0" lang="cs-CZ" altLang="cs-CZ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44991F-642E-063C-AE21-8F0A7B078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543" y="4320701"/>
            <a:ext cx="9359663" cy="1651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kumimoji="0" lang="en-US" altLang="cs-CZ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Other: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000" dirty="0">
                <a:solidFill>
                  <a:schemeClr val="bg1"/>
                </a:solidFill>
                <a:latin typeface="Arial" panose="020B0604020202020204" pitchFamily="34" charset="0"/>
              </a:rPr>
              <a:t>Editing existing course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Viewing unscheduled courses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sz="2000" dirty="0">
                <a:solidFill>
                  <a:schemeClr val="bg1"/>
                </a:solidFill>
                <a:latin typeface="Arial" panose="020B0604020202020204" pitchFamily="34" charset="0"/>
              </a:rPr>
              <a:t>Notifying user on schedule change</a:t>
            </a:r>
            <a:endParaRPr kumimoji="0" lang="en-US" altLang="cs-CZ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3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7D827-9A65-FDC3-9474-35ED6A67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8BB83AD-4CCC-8F69-4AB8-16E45FFD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85" y="250166"/>
            <a:ext cx="4984630" cy="849702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/>
              <a:t>Responsibilites</a:t>
            </a:r>
            <a:endParaRPr lang="en-US" sz="4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9BC4B9-F83D-3893-662B-7B452470C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4913" y="1254078"/>
            <a:ext cx="3783402" cy="2215478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lang="en-US" altLang="cs-CZ" b="1" dirty="0">
                <a:solidFill>
                  <a:schemeClr val="bg1"/>
                </a:solidFill>
                <a:latin typeface="Arial" panose="020B0604020202020204" pitchFamily="34" charset="0"/>
              </a:rPr>
              <a:t>            Scheduling a course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Show scheduling page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Fetch courses</a:t>
            </a:r>
            <a:endParaRPr lang="en-US" alt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Filter currently taught courses</a:t>
            </a:r>
          </a:p>
          <a:p>
            <a:pPr marL="342900" indent="-342900" eaLnBrk="0" fontAlgn="base" hangingPunct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List all unscheduled courses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Store schedule info to database</a:t>
            </a: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DE6BC7-2C27-DF6B-123B-2B769241E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51" y="1258391"/>
            <a:ext cx="4502989" cy="2251322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lang="en-US" altLang="cs-CZ" b="1" dirty="0">
                <a:solidFill>
                  <a:schemeClr val="bg1"/>
                </a:solidFill>
                <a:latin typeface="Arial" panose="020B0604020202020204" pitchFamily="34" charset="0"/>
              </a:rPr>
              <a:t>            Registering new course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Show course creation dashboard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Show course cr</a:t>
            </a: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eation form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List all courses of the teacher</a:t>
            </a:r>
            <a:endParaRPr lang="en-US" alt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Store course detail to the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0CB722-F4A1-BFBD-E552-02C92A9F8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251" y="3710095"/>
            <a:ext cx="4502988" cy="2251322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lang="en-US" altLang="cs-CZ" b="1" dirty="0">
                <a:solidFill>
                  <a:schemeClr val="bg1"/>
                </a:solidFill>
                <a:latin typeface="Arial" panose="020B0604020202020204" pitchFamily="34" charset="0"/>
              </a:rPr>
              <a:t>               Collision Detection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Check for room conflict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Chec</a:t>
            </a: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k for teacher conflict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 conflict alert</a:t>
            </a:r>
            <a:endParaRPr lang="en-US" alt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Mark schedule as conflicted in DB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54CC2AE-F30C-E3C9-1B6D-E61B1853D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4913" y="3710095"/>
            <a:ext cx="4235570" cy="2251322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lang="en-US" altLang="cs-CZ" b="1" dirty="0">
                <a:solidFill>
                  <a:schemeClr val="bg1"/>
                </a:solidFill>
                <a:latin typeface="Arial" panose="020B0604020202020204" pitchFamily="34" charset="0"/>
              </a:rPr>
              <a:t>               Schedule viewing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Display desired schedule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Filter based on room, teacher, year</a:t>
            </a:r>
            <a:endParaRPr lang="en-US" alt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Highlight conflicts</a:t>
            </a:r>
            <a:endParaRPr lang="en-US" alt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Fetch schedule from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3AD29C5-3E06-960E-6FE0-0E0891AB9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0458" y="1236156"/>
            <a:ext cx="3419653" cy="2251322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buClrTx/>
              <a:buSzTx/>
              <a:tabLst/>
            </a:pPr>
            <a:r>
              <a:rPr lang="en-US" altLang="cs-CZ" b="1" dirty="0">
                <a:solidFill>
                  <a:schemeClr val="bg1"/>
                </a:solidFill>
                <a:latin typeface="Arial" panose="020B0604020202020204" pitchFamily="34" charset="0"/>
              </a:rPr>
              <a:t>             Statistics viewing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Fetch historical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Calculate requested statistic</a:t>
            </a:r>
            <a:endParaRPr lang="en-US" alt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cs-CZ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 the statistic</a:t>
            </a:r>
            <a:endParaRPr lang="en-US" altLang="cs-CZ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cs-CZ" dirty="0">
                <a:solidFill>
                  <a:schemeClr val="bg1"/>
                </a:solidFill>
                <a:latin typeface="Arial" panose="020B0604020202020204" pitchFamily="34" charset="0"/>
              </a:rPr>
              <a:t>Export the statistic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cs-CZ" altLang="cs-CZ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90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263C-7290-634C-CFC6-7956FD93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7F28A9A-3946-5E71-AA26-BB8EB4DF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241539"/>
            <a:ext cx="11723298" cy="849702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/>
              <a:t>Responsibilites</a:t>
            </a:r>
            <a:r>
              <a:rPr lang="en-US" sz="4800" dirty="0"/>
              <a:t> - grouping</a:t>
            </a:r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EBB1A0CE-F1EF-C813-6EA4-B95824869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8313"/>
            <a:ext cx="12192311" cy="54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4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70A7-AB82-034D-B564-B523B530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35792AF-AC03-7807-7BBA-2E893FD0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138022"/>
            <a:ext cx="11723298" cy="849702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Responsibilites</a:t>
            </a:r>
            <a:r>
              <a:rPr lang="en-US" sz="4000" dirty="0"/>
              <a:t> - modules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9443871B-7CA6-AE08-3060-AA6639AB5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60" y="1081296"/>
            <a:ext cx="10389079" cy="563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98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40CE-19E3-D555-8ED7-5F3AA374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B37721D-BFA1-6167-4C16-02C59D817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2" y="0"/>
            <a:ext cx="11425384" cy="685523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0592198-F1F2-6150-F053-62F7273F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138022"/>
            <a:ext cx="11723298" cy="849702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/>
              <a:t>C4 – L1</a:t>
            </a:r>
          </a:p>
        </p:txBody>
      </p:sp>
    </p:spTree>
    <p:extLst>
      <p:ext uri="{BB962C8B-B14F-4D97-AF65-F5344CB8AC3E}">
        <p14:creationId xmlns:p14="http://schemas.microsoft.com/office/powerpoint/2010/main" val="4483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469E4-B0C7-52BE-6B6F-35FFC6426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>
            <a:extLst>
              <a:ext uri="{FF2B5EF4-FFF2-40B4-BE49-F238E27FC236}">
                <a16:creationId xmlns:a16="http://schemas.microsoft.com/office/drawing/2014/main" id="{EB6EA6B8-5DEB-6779-7289-12C1CF66B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88" y="-54502"/>
            <a:ext cx="10611247" cy="6967003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707F8A5C-CB8F-AC81-A8E8-55B3175264A1}"/>
              </a:ext>
            </a:extLst>
          </p:cNvPr>
          <p:cNvSpPr txBox="1"/>
          <p:nvPr/>
        </p:nvSpPr>
        <p:spPr>
          <a:xfrm>
            <a:off x="9410148" y="1269728"/>
            <a:ext cx="24899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Juraj – Statistics</a:t>
            </a:r>
          </a:p>
          <a:p>
            <a:r>
              <a:rPr lang="en-US" sz="1600" dirty="0">
                <a:solidFill>
                  <a:schemeClr val="bg1"/>
                </a:solidFill>
              </a:rPr>
              <a:t>Jakub – Scheduling</a:t>
            </a:r>
          </a:p>
          <a:p>
            <a:r>
              <a:rPr lang="en-US" sz="1600" dirty="0">
                <a:solidFill>
                  <a:schemeClr val="bg1"/>
                </a:solidFill>
              </a:rPr>
              <a:t>Jiří – Frontend</a:t>
            </a:r>
          </a:p>
          <a:p>
            <a:r>
              <a:rPr lang="en-US" sz="1600" dirty="0">
                <a:solidFill>
                  <a:schemeClr val="bg1"/>
                </a:solidFill>
              </a:rPr>
              <a:t>Kryštof – Dynamic diagrams</a:t>
            </a:r>
          </a:p>
          <a:p>
            <a:r>
              <a:rPr lang="en-US" sz="1600" dirty="0">
                <a:solidFill>
                  <a:schemeClr val="bg1"/>
                </a:solidFill>
              </a:rPr>
              <a:t>Askold – Schedule viewing</a:t>
            </a:r>
            <a:endParaRPr lang="cs-CZ" sz="1600" dirty="0">
              <a:solidFill>
                <a:schemeClr val="bg1"/>
              </a:solidFill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264BDF79-D0D5-9470-25C3-78D04EA1EB39}"/>
              </a:ext>
            </a:extLst>
          </p:cNvPr>
          <p:cNvSpPr txBox="1"/>
          <p:nvPr/>
        </p:nvSpPr>
        <p:spPr>
          <a:xfrm>
            <a:off x="448320" y="503324"/>
            <a:ext cx="612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L2</a:t>
            </a:r>
            <a:endParaRPr lang="cs-CZ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5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05C0-8BC2-A533-B528-A308EABD1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67178A30-BDD6-A6BB-9931-9C2510DA1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486" y="0"/>
            <a:ext cx="6895028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9CDE928D-830D-1808-B93E-741E32799CDC}"/>
              </a:ext>
            </a:extLst>
          </p:cNvPr>
          <p:cNvSpPr txBox="1"/>
          <p:nvPr/>
        </p:nvSpPr>
        <p:spPr>
          <a:xfrm>
            <a:off x="2783978" y="273083"/>
            <a:ext cx="3066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L3 – Scheduling service</a:t>
            </a:r>
            <a:endParaRPr lang="cs-CZ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352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7692F-DBF4-133A-213F-0DAC0904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B4A21D00-F4AF-38CA-0312-02797C28A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487" y="0"/>
            <a:ext cx="6036987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55B38C9D-9425-E56F-5663-D8B4F28D78EC}"/>
              </a:ext>
            </a:extLst>
          </p:cNvPr>
          <p:cNvSpPr txBox="1"/>
          <p:nvPr/>
        </p:nvSpPr>
        <p:spPr>
          <a:xfrm>
            <a:off x="258793" y="474453"/>
            <a:ext cx="22476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Dynamic diagram  </a:t>
            </a:r>
            <a:endParaRPr lang="cs-CZ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Scheduling a course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(Kryštof Havel)</a:t>
            </a:r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0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2A593-7A06-F36D-6A62-3377F287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616650-602A-9FA0-1A39-AEFE97C7E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396" y="0"/>
            <a:ext cx="1038744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A2D5B02-EC12-FA4F-9F27-D002105E2D7F}"/>
              </a:ext>
            </a:extLst>
          </p:cNvPr>
          <p:cNvSpPr txBox="1"/>
          <p:nvPr/>
        </p:nvSpPr>
        <p:spPr>
          <a:xfrm>
            <a:off x="0" y="526211"/>
            <a:ext cx="1979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Deployment diagram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Production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(Jiří Jirásek)</a:t>
            </a:r>
            <a:endParaRPr lang="cs-CZ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11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11804</TotalTime>
  <Words>313</Words>
  <Application>Microsoft Office PowerPoint</Application>
  <PresentationFormat>Widescreen</PresentationFormat>
  <Paragraphs>85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Scheduling System</vt:lpstr>
      <vt:lpstr>Overview</vt:lpstr>
      <vt:lpstr>Features</vt:lpstr>
      <vt:lpstr>Responsibilites</vt:lpstr>
      <vt:lpstr>Responsibilites - grouping</vt:lpstr>
      <vt:lpstr>Responsibilites - modules</vt:lpstr>
      <vt:lpstr>C4 – L1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Martin Nečaský</dc:creator>
  <cp:lastModifiedBy>Jakub Štefan</cp:lastModifiedBy>
  <cp:revision>100</cp:revision>
  <dcterms:created xsi:type="dcterms:W3CDTF">2023-07-26T09:27:52Z</dcterms:created>
  <dcterms:modified xsi:type="dcterms:W3CDTF">2025-11-28T09:03:08Z</dcterms:modified>
</cp:coreProperties>
</file>